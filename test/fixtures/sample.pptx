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 xmlns:a="http://schemas.openxmlformats.org/drawingml/2006/main">
  <p:sldSz cx="9144000" cy="6858000"/>
</p:presentation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spPr>
          <a:xfrm>
            <a:off x="500000" y="500000"/>
            <a:ext cx="8000000" cy="800000"/>
          </a:xfrm>
        </p:spPr>
        <p:txBody>
          <a:p>
            <a:r>
              <a:rPr sz="2000"/>
              <a:t>발표 제목</a:t>
            </a:r>
          </a:p>
        </p:txBody>
      </p:sp>
      <p:sp>
        <p:spPr>
          <a:xfrm>
            <a:off x="500000" y="1400000"/>
            <a:ext cx="8000000" cy="800000"/>
          </a:xfrm>
        </p:spPr>
        <p:txBody>
          <a:p>
            <a:r>
              <a:rPr sz="2000"/>
              <a:t>요점 하나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spPr>
          <a:xfrm>
            <a:off x="500000" y="500000"/>
            <a:ext cx="8000000" cy="800000"/>
          </a:xfrm>
        </p:spPr>
        <p:txBody>
          <a:p>
            <a:r>
              <a:rPr sz="2000"/>
              <a:t>둘째 슬라이드</a:t>
            </a:r>
          </a:p>
        </p:txBody>
      </p:sp>
      <p:sp>
        <p:spPr>
          <a:xfrm>
            <a:off x="500000" y="1400000"/>
            <a:ext cx="8000000" cy="800000"/>
          </a:xfrm>
        </p:spPr>
        <p:txBody>
          <a:p>
            <a:r>
              <a:rPr sz="2000"/>
              <a:t>요점 둘</a:t>
            </a:r>
          </a:p>
        </p:txBody>
      </p:sp>
    </p:spTree>
  </p:cSld>
</p:sld>
</file>